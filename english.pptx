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Canva Sans Bold" charset="1" panose="020B0803030501040103"/>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304992" y="150178"/>
            <a:ext cx="5678016" cy="1609091"/>
          </a:xfrm>
          <a:prstGeom prst="rect">
            <a:avLst/>
          </a:prstGeom>
        </p:spPr>
        <p:txBody>
          <a:bodyPr anchor="t" rtlCol="false" tIns="0" lIns="0" bIns="0" rIns="0">
            <a:spAutoFit/>
          </a:bodyPr>
          <a:lstStyle/>
          <a:p>
            <a:pPr algn="ctr">
              <a:lnSpc>
                <a:spcPts val="13159"/>
              </a:lnSpc>
            </a:pPr>
            <a:r>
              <a:rPr lang="en-US" b="true" sz="9399">
                <a:solidFill>
                  <a:srgbClr val="80D3E8"/>
                </a:solidFill>
                <a:latin typeface="Canva Sans Bold"/>
                <a:ea typeface="Canva Sans Bold"/>
                <a:cs typeface="Canva Sans Bold"/>
                <a:sym typeface="Canva Sans Bold"/>
              </a:rPr>
              <a:t>AllMarket</a:t>
            </a:r>
          </a:p>
        </p:txBody>
      </p:sp>
      <p:sp>
        <p:nvSpPr>
          <p:cNvPr name="TextBox 4" id="4"/>
          <p:cNvSpPr txBox="true"/>
          <p:nvPr/>
        </p:nvSpPr>
        <p:spPr>
          <a:xfrm rot="0">
            <a:off x="2525210" y="8361680"/>
            <a:ext cx="13684141" cy="920115"/>
          </a:xfrm>
          <a:prstGeom prst="rect">
            <a:avLst/>
          </a:prstGeom>
        </p:spPr>
        <p:txBody>
          <a:bodyPr anchor="t" rtlCol="false" tIns="0" lIns="0" bIns="0" rIns="0">
            <a:spAutoFit/>
          </a:bodyPr>
          <a:lstStyle/>
          <a:p>
            <a:pPr algn="ctr">
              <a:lnSpc>
                <a:spcPts val="7559"/>
              </a:lnSpc>
            </a:pPr>
            <a:r>
              <a:rPr lang="en-US" b="true" sz="5399">
                <a:solidFill>
                  <a:srgbClr val="F9F192"/>
                </a:solidFill>
                <a:latin typeface="Canva Sans Bold"/>
                <a:ea typeface="Canva Sans Bold"/>
                <a:cs typeface="Canva Sans Bold"/>
                <a:sym typeface="Canva Sans Bold"/>
              </a:rPr>
              <a:t>Trade the world anywhere, anytime.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1643" y="0"/>
            <a:ext cx="18369643" cy="10287000"/>
          </a:xfrm>
          <a:custGeom>
            <a:avLst/>
            <a:gdLst/>
            <a:ahLst/>
            <a:cxnLst/>
            <a:rect r="r" b="b" t="t" l="l"/>
            <a:pathLst>
              <a:path h="10287000" w="18369643">
                <a:moveTo>
                  <a:pt x="0" y="0"/>
                </a:moveTo>
                <a:lnTo>
                  <a:pt x="18369643" y="0"/>
                </a:lnTo>
                <a:lnTo>
                  <a:pt x="18369643"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17355" y="788672"/>
            <a:ext cx="2580319" cy="2580319"/>
          </a:xfrm>
          <a:custGeom>
            <a:avLst/>
            <a:gdLst/>
            <a:ahLst/>
            <a:cxnLst/>
            <a:rect r="r" b="b" t="t" l="l"/>
            <a:pathLst>
              <a:path h="2580319" w="2580319">
                <a:moveTo>
                  <a:pt x="0" y="0"/>
                </a:moveTo>
                <a:lnTo>
                  <a:pt x="2580319" y="0"/>
                </a:lnTo>
                <a:lnTo>
                  <a:pt x="2580319" y="2580319"/>
                </a:lnTo>
                <a:lnTo>
                  <a:pt x="0" y="25803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396439" y="857250"/>
            <a:ext cx="7495123" cy="1566544"/>
          </a:xfrm>
          <a:prstGeom prst="rect">
            <a:avLst/>
          </a:prstGeom>
        </p:spPr>
        <p:txBody>
          <a:bodyPr anchor="t" rtlCol="false" tIns="0" lIns="0" bIns="0" rIns="0">
            <a:spAutoFit/>
          </a:bodyPr>
          <a:lstStyle/>
          <a:p>
            <a:pPr algn="ctr">
              <a:lnSpc>
                <a:spcPts val="12880"/>
              </a:lnSpc>
            </a:pPr>
            <a:r>
              <a:rPr lang="en-US" b="true" sz="9200">
                <a:solidFill>
                  <a:srgbClr val="80D3E8"/>
                </a:solidFill>
                <a:latin typeface="Canva Sans Bold"/>
                <a:ea typeface="Canva Sans Bold"/>
                <a:cs typeface="Canva Sans Bold"/>
                <a:sym typeface="Canva Sans Bold"/>
              </a:rPr>
              <a:t>The problem</a:t>
            </a:r>
          </a:p>
        </p:txBody>
      </p:sp>
      <p:sp>
        <p:nvSpPr>
          <p:cNvPr name="TextBox 5" id="5"/>
          <p:cNvSpPr txBox="true"/>
          <p:nvPr/>
        </p:nvSpPr>
        <p:spPr>
          <a:xfrm rot="0">
            <a:off x="2376515" y="6143375"/>
            <a:ext cx="13404498" cy="2967233"/>
          </a:xfrm>
          <a:prstGeom prst="rect">
            <a:avLst/>
          </a:prstGeom>
        </p:spPr>
        <p:txBody>
          <a:bodyPr anchor="t" rtlCol="false" tIns="0" lIns="0" bIns="0" rIns="0">
            <a:spAutoFit/>
          </a:bodyPr>
          <a:lstStyle/>
          <a:p>
            <a:pPr algn="ctr">
              <a:lnSpc>
                <a:spcPts val="5949"/>
              </a:lnSpc>
            </a:pPr>
            <a:r>
              <a:rPr lang="en-US" b="true" sz="4249">
                <a:solidFill>
                  <a:srgbClr val="FFDE59"/>
                </a:solidFill>
                <a:latin typeface="Canva Sans Bold"/>
                <a:ea typeface="Canva Sans Bold"/>
                <a:cs typeface="Canva Sans Bold"/>
                <a:sym typeface="Canva Sans Bold"/>
              </a:rPr>
              <a:t>Many websites steal and sell your data on the black market. This affects every user who visits the page. This is important because it will give full privacy to the user also  most design became boring as all designs become mimiliast and blank.</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07550" y="0"/>
            <a:ext cx="18369643" cy="10287000"/>
          </a:xfrm>
          <a:custGeom>
            <a:avLst/>
            <a:gdLst/>
            <a:ahLst/>
            <a:cxnLst/>
            <a:rect r="r" b="b" t="t" l="l"/>
            <a:pathLst>
              <a:path h="10287000" w="18369643">
                <a:moveTo>
                  <a:pt x="0" y="0"/>
                </a:moveTo>
                <a:lnTo>
                  <a:pt x="18369643" y="0"/>
                </a:lnTo>
                <a:lnTo>
                  <a:pt x="18369643"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809046" y="857250"/>
            <a:ext cx="8669908" cy="1566544"/>
          </a:xfrm>
          <a:prstGeom prst="rect">
            <a:avLst/>
          </a:prstGeom>
        </p:spPr>
        <p:txBody>
          <a:bodyPr anchor="t" rtlCol="false" tIns="0" lIns="0" bIns="0" rIns="0">
            <a:spAutoFit/>
          </a:bodyPr>
          <a:lstStyle/>
          <a:p>
            <a:pPr algn="ctr">
              <a:lnSpc>
                <a:spcPts val="12880"/>
              </a:lnSpc>
              <a:spcBef>
                <a:spcPct val="0"/>
              </a:spcBef>
            </a:pPr>
            <a:r>
              <a:rPr lang="en-US" b="true" sz="9200">
                <a:solidFill>
                  <a:srgbClr val="80D3E8"/>
                </a:solidFill>
                <a:latin typeface="Canva Sans Bold"/>
                <a:ea typeface="Canva Sans Bold"/>
                <a:cs typeface="Canva Sans Bold"/>
                <a:sym typeface="Canva Sans Bold"/>
              </a:rPr>
              <a:t>THE SOLUTION</a:t>
            </a:r>
          </a:p>
        </p:txBody>
      </p:sp>
      <p:sp>
        <p:nvSpPr>
          <p:cNvPr name="TextBox 4" id="4"/>
          <p:cNvSpPr txBox="true"/>
          <p:nvPr/>
        </p:nvSpPr>
        <p:spPr>
          <a:xfrm rot="0">
            <a:off x="696744" y="5306518"/>
            <a:ext cx="17591256" cy="4582795"/>
          </a:xfrm>
          <a:prstGeom prst="rect">
            <a:avLst/>
          </a:prstGeom>
        </p:spPr>
        <p:txBody>
          <a:bodyPr anchor="t" rtlCol="false" tIns="0" lIns="0" bIns="0" rIns="0">
            <a:spAutoFit/>
          </a:bodyPr>
          <a:lstStyle/>
          <a:p>
            <a:pPr algn="ctr">
              <a:lnSpc>
                <a:spcPts val="7279"/>
              </a:lnSpc>
            </a:pPr>
            <a:r>
              <a:rPr lang="en-US" b="true" sz="5199">
                <a:solidFill>
                  <a:srgbClr val="FFDE59"/>
                </a:solidFill>
                <a:latin typeface="Canva Sans Bold"/>
                <a:ea typeface="Canva Sans Bold"/>
                <a:cs typeface="Canva Sans Bold"/>
                <a:sym typeface="Canva Sans Bold"/>
              </a:rPr>
              <a:t>Our app re</a:t>
            </a:r>
            <a:r>
              <a:rPr lang="en-US" b="true" sz="5199">
                <a:solidFill>
                  <a:srgbClr val="FFDE59"/>
                </a:solidFill>
                <a:latin typeface="Canva Sans Bold"/>
                <a:ea typeface="Canva Sans Bold"/>
                <a:cs typeface="Canva Sans Bold"/>
                <a:sym typeface="Canva Sans Bold"/>
              </a:rPr>
              <a:t>duces disposition and keeps personal data safe and secure while providing a fun experience. for the user as it uses different colors and unique themes to improve and increase viewer retention </a:t>
            </a:r>
          </a:p>
          <a:p>
            <a:pPr algn="ctr">
              <a:lnSpc>
                <a:spcPts val="727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1643" y="0"/>
            <a:ext cx="18369643" cy="10287000"/>
          </a:xfrm>
          <a:custGeom>
            <a:avLst/>
            <a:gdLst/>
            <a:ahLst/>
            <a:cxnLst/>
            <a:rect r="r" b="b" t="t" l="l"/>
            <a:pathLst>
              <a:path h="10287000" w="18369643">
                <a:moveTo>
                  <a:pt x="0" y="0"/>
                </a:moveTo>
                <a:lnTo>
                  <a:pt x="18369643" y="0"/>
                </a:lnTo>
                <a:lnTo>
                  <a:pt x="18369643" y="10287000"/>
                </a:lnTo>
                <a:lnTo>
                  <a:pt x="0" y="10287000"/>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1643" y="0"/>
            <a:ext cx="18369643" cy="10287000"/>
          </a:xfrm>
          <a:custGeom>
            <a:avLst/>
            <a:gdLst/>
            <a:ahLst/>
            <a:cxnLst/>
            <a:rect r="r" b="b" t="t" l="l"/>
            <a:pathLst>
              <a:path h="10287000" w="18369643">
                <a:moveTo>
                  <a:pt x="0" y="0"/>
                </a:moveTo>
                <a:lnTo>
                  <a:pt x="18369643" y="0"/>
                </a:lnTo>
                <a:lnTo>
                  <a:pt x="18369643" y="10287000"/>
                </a:lnTo>
                <a:lnTo>
                  <a:pt x="0" y="10287000"/>
                </a:lnTo>
                <a:lnTo>
                  <a:pt x="0" y="0"/>
                </a:lnTo>
                <a:close/>
              </a:path>
            </a:pathLst>
          </a:custGeom>
          <a:blipFill>
            <a:blip r:embed="rId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1643" y="0"/>
            <a:ext cx="18369643" cy="10287000"/>
          </a:xfrm>
          <a:custGeom>
            <a:avLst/>
            <a:gdLst/>
            <a:ahLst/>
            <a:cxnLst/>
            <a:rect r="r" b="b" t="t" l="l"/>
            <a:pathLst>
              <a:path h="10287000" w="18369643">
                <a:moveTo>
                  <a:pt x="0" y="0"/>
                </a:moveTo>
                <a:lnTo>
                  <a:pt x="18369643" y="0"/>
                </a:lnTo>
                <a:lnTo>
                  <a:pt x="18369643" y="10287000"/>
                </a:lnTo>
                <a:lnTo>
                  <a:pt x="0" y="10287000"/>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1643" y="0"/>
            <a:ext cx="18369643" cy="10287000"/>
          </a:xfrm>
          <a:custGeom>
            <a:avLst/>
            <a:gdLst/>
            <a:ahLst/>
            <a:cxnLst/>
            <a:rect r="r" b="b" t="t" l="l"/>
            <a:pathLst>
              <a:path h="10287000" w="18369643">
                <a:moveTo>
                  <a:pt x="0" y="0"/>
                </a:moveTo>
                <a:lnTo>
                  <a:pt x="18369643" y="0"/>
                </a:lnTo>
                <a:lnTo>
                  <a:pt x="18369643" y="10287000"/>
                </a:lnTo>
                <a:lnTo>
                  <a:pt x="0" y="10287000"/>
                </a:lnTo>
                <a:lnTo>
                  <a:pt x="0" y="0"/>
                </a:lnTo>
                <a:close/>
              </a:path>
            </a:pathLst>
          </a:custGeom>
          <a:blipFill>
            <a:blip r:embed="rId2"/>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1643" y="0"/>
            <a:ext cx="18369643" cy="10287000"/>
          </a:xfrm>
          <a:custGeom>
            <a:avLst/>
            <a:gdLst/>
            <a:ahLst/>
            <a:cxnLst/>
            <a:rect r="r" b="b" t="t" l="l"/>
            <a:pathLst>
              <a:path h="10287000" w="18369643">
                <a:moveTo>
                  <a:pt x="0" y="0"/>
                </a:moveTo>
                <a:lnTo>
                  <a:pt x="18369643" y="0"/>
                </a:lnTo>
                <a:lnTo>
                  <a:pt x="18369643" y="10287000"/>
                </a:lnTo>
                <a:lnTo>
                  <a:pt x="0" y="10287000"/>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1643" y="0"/>
            <a:ext cx="18369643" cy="10287000"/>
          </a:xfrm>
          <a:custGeom>
            <a:avLst/>
            <a:gdLst/>
            <a:ahLst/>
            <a:cxnLst/>
            <a:rect r="r" b="b" t="t" l="l"/>
            <a:pathLst>
              <a:path h="10287000" w="18369643">
                <a:moveTo>
                  <a:pt x="0" y="0"/>
                </a:moveTo>
                <a:lnTo>
                  <a:pt x="18369643" y="0"/>
                </a:lnTo>
                <a:lnTo>
                  <a:pt x="18369643" y="10287000"/>
                </a:lnTo>
                <a:lnTo>
                  <a:pt x="0" y="10287000"/>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1643" y="0"/>
            <a:ext cx="18369643" cy="10287000"/>
          </a:xfrm>
          <a:custGeom>
            <a:avLst/>
            <a:gdLst/>
            <a:ahLst/>
            <a:cxnLst/>
            <a:rect r="r" b="b" t="t" l="l"/>
            <a:pathLst>
              <a:path h="10287000" w="18369643">
                <a:moveTo>
                  <a:pt x="0" y="0"/>
                </a:moveTo>
                <a:lnTo>
                  <a:pt x="18369643" y="0"/>
                </a:lnTo>
                <a:lnTo>
                  <a:pt x="18369643" y="10287000"/>
                </a:lnTo>
                <a:lnTo>
                  <a:pt x="0" y="10287000"/>
                </a:lnTo>
                <a:lnTo>
                  <a:pt x="0" y="0"/>
                </a:lnTo>
                <a:close/>
              </a:path>
            </a:pathLst>
          </a:custGeom>
          <a:blipFill>
            <a:blip r:embed="rId2"/>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1643" y="0"/>
            <a:ext cx="18369643" cy="10287000"/>
          </a:xfrm>
          <a:custGeom>
            <a:avLst/>
            <a:gdLst/>
            <a:ahLst/>
            <a:cxnLst/>
            <a:rect r="r" b="b" t="t" l="l"/>
            <a:pathLst>
              <a:path h="10287000" w="18369643">
                <a:moveTo>
                  <a:pt x="0" y="0"/>
                </a:moveTo>
                <a:lnTo>
                  <a:pt x="18369643" y="0"/>
                </a:lnTo>
                <a:lnTo>
                  <a:pt x="18369643" y="10287000"/>
                </a:lnTo>
                <a:lnTo>
                  <a:pt x="0" y="10287000"/>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1643" y="0"/>
            <a:ext cx="18369643" cy="10287000"/>
          </a:xfrm>
          <a:custGeom>
            <a:avLst/>
            <a:gdLst/>
            <a:ahLst/>
            <a:cxnLst/>
            <a:rect r="r" b="b" t="t" l="l"/>
            <a:pathLst>
              <a:path h="10287000" w="18369643">
                <a:moveTo>
                  <a:pt x="0" y="0"/>
                </a:moveTo>
                <a:lnTo>
                  <a:pt x="18369643" y="0"/>
                </a:lnTo>
                <a:lnTo>
                  <a:pt x="18369643" y="10287000"/>
                </a:lnTo>
                <a:lnTo>
                  <a:pt x="0" y="10287000"/>
                </a:lnTo>
                <a:lnTo>
                  <a:pt x="0" y="0"/>
                </a:lnTo>
                <a:close/>
              </a:path>
            </a:pathLst>
          </a:custGeom>
          <a:blipFill>
            <a:blip r:embed="rId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1643" y="0"/>
            <a:ext cx="18369643" cy="10287000"/>
          </a:xfrm>
          <a:custGeom>
            <a:avLst/>
            <a:gdLst/>
            <a:ahLst/>
            <a:cxnLst/>
            <a:rect r="r" b="b" t="t" l="l"/>
            <a:pathLst>
              <a:path h="10287000" w="18369643">
                <a:moveTo>
                  <a:pt x="0" y="0"/>
                </a:moveTo>
                <a:lnTo>
                  <a:pt x="18369643" y="0"/>
                </a:lnTo>
                <a:lnTo>
                  <a:pt x="18369643" y="10287000"/>
                </a:lnTo>
                <a:lnTo>
                  <a:pt x="0" y="10287000"/>
                </a:lnTo>
                <a:lnTo>
                  <a:pt x="0" y="0"/>
                </a:lnTo>
                <a:close/>
              </a:path>
            </a:pathLst>
          </a:custGeom>
          <a:blipFill>
            <a:blip r:embed="rId2"/>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1643" y="0"/>
            <a:ext cx="18369643" cy="10287000"/>
          </a:xfrm>
          <a:custGeom>
            <a:avLst/>
            <a:gdLst/>
            <a:ahLst/>
            <a:cxnLst/>
            <a:rect r="r" b="b" t="t" l="l"/>
            <a:pathLst>
              <a:path h="10287000" w="18369643">
                <a:moveTo>
                  <a:pt x="0" y="0"/>
                </a:moveTo>
                <a:lnTo>
                  <a:pt x="18369643" y="0"/>
                </a:lnTo>
                <a:lnTo>
                  <a:pt x="18369643" y="10287000"/>
                </a:lnTo>
                <a:lnTo>
                  <a:pt x="0" y="10287000"/>
                </a:lnTo>
                <a:lnTo>
                  <a:pt x="0" y="0"/>
                </a:lnTo>
                <a:close/>
              </a:path>
            </a:pathLst>
          </a:custGeom>
          <a:blipFill>
            <a:blip r:embed="rId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1643" y="0"/>
            <a:ext cx="18369643" cy="10287000"/>
          </a:xfrm>
          <a:custGeom>
            <a:avLst/>
            <a:gdLst/>
            <a:ahLst/>
            <a:cxnLst/>
            <a:rect r="r" b="b" t="t" l="l"/>
            <a:pathLst>
              <a:path h="10287000" w="18369643">
                <a:moveTo>
                  <a:pt x="0" y="0"/>
                </a:moveTo>
                <a:lnTo>
                  <a:pt x="18369643" y="0"/>
                </a:lnTo>
                <a:lnTo>
                  <a:pt x="18369643" y="10287000"/>
                </a:lnTo>
                <a:lnTo>
                  <a:pt x="0" y="10287000"/>
                </a:lnTo>
                <a:lnTo>
                  <a:pt x="0" y="0"/>
                </a:lnTo>
                <a:close/>
              </a:path>
            </a:pathLst>
          </a:custGeom>
          <a:blipFill>
            <a:blip r:embed="rId2"/>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156287" cy="10783933"/>
          </a:xfrm>
          <a:custGeom>
            <a:avLst/>
            <a:gdLst/>
            <a:ahLst/>
            <a:cxnLst/>
            <a:rect r="r" b="b" t="t" l="l"/>
            <a:pathLst>
              <a:path h="10783933" w="18156287">
                <a:moveTo>
                  <a:pt x="0" y="0"/>
                </a:moveTo>
                <a:lnTo>
                  <a:pt x="18156287" y="0"/>
                </a:lnTo>
                <a:lnTo>
                  <a:pt x="18156287" y="10783933"/>
                </a:lnTo>
                <a:lnTo>
                  <a:pt x="0" y="10783933"/>
                </a:lnTo>
                <a:lnTo>
                  <a:pt x="0" y="0"/>
                </a:lnTo>
                <a:close/>
              </a:path>
            </a:pathLst>
          </a:custGeom>
          <a:blipFill>
            <a:blip r:embed="rId2"/>
            <a:stretch>
              <a:fillRect l="0" t="-365" r="0" b="-365"/>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81" r="0" b="-3181"/>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81" r="0" b="-3181"/>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81" r="0" b="-3181"/>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DAHIUUeOVzU</dc:identifier>
  <dcterms:modified xsi:type="dcterms:W3CDTF">2011-08-01T06:04:30Z</dcterms:modified>
  <cp:revision>1</cp:revision>
  <dc:title>english</dc:title>
</cp:coreProperties>
</file>